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TC"/>
              </a:rPr>
              <a:t>addwii-pm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AADC4"/>
                </a:solidFill>
                <a:latin typeface="Noto Sans TC"/>
              </a:rPr>
              <a:t>三 AI 代理人 Discord 協作系統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77B9A"/>
                </a:solidFill>
                <a:latin typeface="Noto Sans TC"/>
              </a:rPr>
              <a:t>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6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TC"/>
              </a:rPr>
              <a:t>為什麼要做這個？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廣告公司三人團隊：A 總監 → B PM 經理 → C 校園推廣組員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每人需要一個「代表自己」的 AI 代理人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共用一個 Discord 頻道，任務上派下報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8094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需要：待辦、筆記、會議記錄、Web 看板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6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TC"/>
              </a:rPr>
              <a:t>從 Telegram 換到 Discord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❌ Telegram：bot 無法收到其他 bot 的訊息（平台硬限制）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❌ LINE：一群只能一個官方帳號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❌ Teams：bot 僅收 @mention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8094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✅ Discord：三個 bot 各自獨立連 Gateway，原生互見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787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✅ 完全免費，手機 App 一流，開發最簡單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6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TC"/>
              </a:rPr>
              <a:t>三個真正獨立的 Bot 行程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Bot A / Bot B / Bot C 各自連 Discord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共用 SQLite addwii.db（WAL 模式）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VPS 上 4 個 systemd service（bot-a/b/c + dashboard）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8094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FastAPI 看板 :8092 → Cloudflare Tunnel → 瀏覽器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6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TC"/>
              </a:rPr>
              <a:t>on_message 路由邏輯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自己的訊息：if message.author.id == self.user.id →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其他 bot：只有被 @mention 且 hop &lt; 3 才回應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訊息尾部加 [hop:N] 標記，max_hops =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8094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⚠️ 絕對不能用 if message.author.bot: return（會讓 bot 看不到彼此）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6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TC"/>
              </a:rPr>
              <a:t>SQLite WAL 共用資料庫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7 張資料表：agents / tasks / task_events / notes / meeting_records / reflections /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WAL 模式：多讀者 + 序列化寫入，3 行程並發安全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timeout=30 應付低頻人工對話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8094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messages.hop 欄位追蹤 bot 間接力次數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6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TC"/>
              </a:rPr>
              <a:t>M0～M6 建置里程碑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✅ M0 骨架：config.py / logger.py（已 QA）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✅ M1 資料層：schema.sql / db.py / init_db.py（已 QA）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🔄 M2 單 bot 對話迴路（VPS 進行中）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8094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⏳ M3 IntentEngine + 動作寫入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787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⏳ M4 Bot 互動 + 防迴圈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⏳ M5 Web 儀表板（FastAPI + 三欄看板）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81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⏳ M6 VPS 部署（systemd + Cloudflare Tunnel）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6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TC"/>
              </a:rPr>
              <a:t>接下來要做的事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M2 完成後：在 Discord 測試 Bot B 對話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填入 A 總監和 C 組員的真實 discord_user_id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M3 完成後：測試任務交派流程（B 說「交給 C」→ Bot C 領取）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8094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72A"/>
                </a:solidFill>
                <a:latin typeface="Noto Sans TC"/>
              </a:rPr>
              <a:t>• M6 完成後：三人手機 Discord 實測完整協作流程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