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B4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addwii-pm — 架構圖表合輯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FFFFFF"/>
                </a:solidFill>
              </a:rPr>
              <a:t>架構 5 張 + Wiki 7 張 | 來源 docs/architecture.md + GitNexus Wiki | 2026-06-24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5B4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/>
          <a:lstStyle/>
          <a:p>
            <a:pPr algn="ctr"/>
            <a:r>
              <a:rPr sz="2400" b="1">
                <a:solidFill>
                  <a:srgbClr val="FFFFFF"/>
                </a:solidFill>
              </a:rPr>
              <a:t>01｜心智圖</a:t>
            </a:r>
          </a:p>
        </p:txBody>
      </p:sp>
      <p:pic>
        <p:nvPicPr>
          <p:cNvPr id="3" name="Picture 2" descr="addwii-ai代理-01-心智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258" y="1005840"/>
            <a:ext cx="10181178" cy="55321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5B4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/>
          <a:lstStyle/>
          <a:p>
            <a:pPr algn="ctr"/>
            <a:r>
              <a:rPr sz="2400" b="1">
                <a:solidFill>
                  <a:srgbClr val="FFFFFF"/>
                </a:solidFill>
              </a:rPr>
              <a:t>02｜流程圖</a:t>
            </a:r>
          </a:p>
        </p:txBody>
      </p:sp>
      <p:pic>
        <p:nvPicPr>
          <p:cNvPr id="3" name="Picture 2" descr="addwii-ai代理-02-流程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5555" y="1005840"/>
            <a:ext cx="2180584" cy="55321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5B4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/>
          <a:lstStyle/>
          <a:p>
            <a:pPr algn="ctr"/>
            <a:r>
              <a:rPr sz="2400" b="1">
                <a:solidFill>
                  <a:srgbClr val="FFFFFF"/>
                </a:solidFill>
              </a:rPr>
              <a:t>03｜系統架構圖</a:t>
            </a:r>
          </a:p>
        </p:txBody>
      </p:sp>
      <p:pic>
        <p:nvPicPr>
          <p:cNvPr id="3" name="Picture 2" descr="addwii-ai代理-03-系統架構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194" y="1005840"/>
            <a:ext cx="8901305" cy="5532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5B4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/>
          <a:lstStyle/>
          <a:p>
            <a:pPr algn="ctr"/>
            <a:r>
              <a:rPr sz="2400" b="1">
                <a:solidFill>
                  <a:srgbClr val="FFFFFF"/>
                </a:solidFill>
              </a:rPr>
              <a:t>04｜序列圖</a:t>
            </a:r>
          </a:p>
        </p:txBody>
      </p:sp>
      <p:pic>
        <p:nvPicPr>
          <p:cNvPr id="3" name="Picture 2" descr="addwii-ai代理-04-序列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063" y="1005840"/>
            <a:ext cx="11149568" cy="5532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5B4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/>
          <a:lstStyle/>
          <a:p>
            <a:pPr algn="ctr"/>
            <a:r>
              <a:rPr sz="2400" b="1">
                <a:solidFill>
                  <a:srgbClr val="FFFFFF"/>
                </a:solidFill>
              </a:rPr>
              <a:t>05｜狀態圖</a:t>
            </a:r>
          </a:p>
        </p:txBody>
      </p:sp>
      <p:pic>
        <p:nvPicPr>
          <p:cNvPr id="3" name="Picture 2" descr="addwii-ai代理-05-狀態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5074" y="1005840"/>
            <a:ext cx="6561546" cy="55321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B4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Wiki 補充 — GitNexus 知識圖譜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5B4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/>
          <a:lstStyle/>
          <a:p>
            <a:pPr algn="ctr"/>
            <a:r>
              <a:rPr sz="2400" b="1">
                <a:solidFill>
                  <a:srgbClr val="FFFFFF"/>
                </a:solidFill>
              </a:rPr>
              <a:t>Wiki｜agent 01</a:t>
            </a:r>
          </a:p>
        </p:txBody>
      </p:sp>
      <p:pic>
        <p:nvPicPr>
          <p:cNvPr id="3" name="Picture 2" descr="wiki-agent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276" y="1005840"/>
            <a:ext cx="2501141" cy="55321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5B4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/>
          <a:lstStyle/>
          <a:p>
            <a:pPr algn="ctr"/>
            <a:r>
              <a:rPr sz="2400" b="1">
                <a:solidFill>
                  <a:srgbClr val="FFFFFF"/>
                </a:solidFill>
              </a:rPr>
              <a:t>Wiki｜core-functionality 01</a:t>
            </a:r>
          </a:p>
        </p:txBody>
      </p:sp>
      <p:pic>
        <p:nvPicPr>
          <p:cNvPr id="3" name="Picture 2" descr="wiki-core-functionality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6272" y="1005840"/>
            <a:ext cx="4679149" cy="55321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5B4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/>
          <a:lstStyle/>
          <a:p>
            <a:pPr algn="ctr"/>
            <a:r>
              <a:rPr sz="2400" b="1">
                <a:solidFill>
                  <a:srgbClr val="FFFFFF"/>
                </a:solidFill>
              </a:rPr>
              <a:t>Wiki｜dashboard-api 01</a:t>
            </a:r>
          </a:p>
        </p:txBody>
      </p:sp>
      <p:pic>
        <p:nvPicPr>
          <p:cNvPr id="3" name="Picture 2" descr="wiki-dashboard-api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9787" y="1005840"/>
            <a:ext cx="3852120" cy="55321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5B4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/>
          <a:lstStyle/>
          <a:p>
            <a:pPr algn="ctr"/>
            <a:r>
              <a:rPr sz="2400" b="1">
                <a:solidFill>
                  <a:srgbClr val="FFFFFF"/>
                </a:solidFill>
              </a:rPr>
              <a:t>Wiki｜database-initialization 01</a:t>
            </a:r>
          </a:p>
        </p:txBody>
      </p:sp>
      <p:pic>
        <p:nvPicPr>
          <p:cNvPr id="3" name="Picture 2" descr="wiki-database-initialization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0342" y="1005840"/>
            <a:ext cx="2331009" cy="55321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5B4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/>
          <a:lstStyle/>
          <a:p>
            <a:pPr algn="ctr"/>
            <a:r>
              <a:rPr sz="2400" b="1">
                <a:solidFill>
                  <a:srgbClr val="FFFFFF"/>
                </a:solidFill>
              </a:rPr>
              <a:t>Wiki｜main-application 01</a:t>
            </a:r>
          </a:p>
        </p:txBody>
      </p:sp>
      <p:pic>
        <p:nvPicPr>
          <p:cNvPr id="3" name="Picture 2" descr="wiki-main-application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6003" y="1005840"/>
            <a:ext cx="5879687" cy="55321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5B4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/>
          <a:lstStyle/>
          <a:p>
            <a:pPr algn="ctr"/>
            <a:r>
              <a:rPr sz="2400" b="1">
                <a:solidFill>
                  <a:srgbClr val="FFFFFF"/>
                </a:solidFill>
              </a:rPr>
              <a:t>Wiki｜other 01</a:t>
            </a:r>
          </a:p>
        </p:txBody>
      </p:sp>
      <p:pic>
        <p:nvPicPr>
          <p:cNvPr id="3" name="Picture 2" descr="wiki-other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8863" y="1005840"/>
            <a:ext cx="8413968" cy="55321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5B4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73152"/>
          <a:lstStyle/>
          <a:p>
            <a:pPr algn="ctr"/>
            <a:r>
              <a:rPr sz="2400" b="1">
                <a:solidFill>
                  <a:srgbClr val="FFFFFF"/>
                </a:solidFill>
              </a:rPr>
              <a:t>Wiki｜overview 01</a:t>
            </a:r>
          </a:p>
        </p:txBody>
      </p:sp>
      <p:pic>
        <p:nvPicPr>
          <p:cNvPr id="3" name="Picture 2" descr="wiki-overview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7542" y="1005840"/>
            <a:ext cx="6616610" cy="55321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